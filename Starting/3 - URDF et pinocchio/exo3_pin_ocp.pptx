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323BA-A7BD-BD9D-5B55-E2E037026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B69B4-493F-90BA-49B9-4FA5A0064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CC472-07B3-21CC-4B8C-E568F8837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D818-4D25-2246-B31C-943555243B6C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F25FA-9E2C-EEA1-5B0F-79A48038F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33374-C65E-08C0-735D-A1AC8F967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EFFFF-1704-CF42-B480-FD09EB42E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13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CD61C-6C93-725A-8D48-6545EA23F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B13D9-D549-17E9-5E7B-F63AF93E1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F723E-C979-425A-F10B-3402CF119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D818-4D25-2246-B31C-943555243B6C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D3BC8-F67D-F91F-58C7-1D521F074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23D67-7F8A-E5C8-8FEC-DD8BE83D9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EFFFF-1704-CF42-B480-FD09EB42E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213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52EF0-11AA-DE3C-825A-96D589706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9C40A-8BF1-1D18-23AA-EBB795254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A23F2-37F5-B665-3AFA-D9CF33E2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D818-4D25-2246-B31C-943555243B6C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5775D-0752-1237-6D7B-469672973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938F9-6A90-8103-198D-A9AA4D942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EFFFF-1704-CF42-B480-FD09EB42E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05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E4F94-70E5-87CF-579C-87CB5354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8662-2895-B8A2-077C-6CD3E42DD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D0616-1214-3A2E-7E07-AFAD68DE0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4F1CA-4CD0-0B1A-14EA-DD3EADEF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D818-4D25-2246-B31C-943555243B6C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25696-FBF6-6F99-3A57-BFD3C5EE8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D5882-EEF5-699E-2C69-12962AC7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EFFFF-1704-CF42-B480-FD09EB42E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9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CE06B-AF18-36FD-EC8F-41D43978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FA1BD-5F05-797B-AEF9-251B66952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B9171-7269-BB78-1201-B55FBE4E7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312007-FFE5-AD85-87B0-CBC8B1CBF7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EFD89E-F68F-D3E0-EB5C-815363029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AE5B30-2AFA-EF29-03D9-601E1707F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D818-4D25-2246-B31C-943555243B6C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C2EC7-0629-6A3B-FD56-3DB9BCCAF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CDB57-45F4-A776-C120-828F4B3C7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EFFFF-1704-CF42-B480-FD09EB42E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17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99A3C-8AE6-6179-AB1B-8A4BE7509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1DBCC8-7076-BB46-2416-F644D73A3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D818-4D25-2246-B31C-943555243B6C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2FEFC7-4C44-2B71-C017-5E69F5265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3FD2F-1BDC-18E7-014D-13AE191B4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EFFFF-1704-CF42-B480-FD09EB42E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3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43CEE-F0E5-07D9-150E-CDC749B75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D818-4D25-2246-B31C-943555243B6C}" type="datetimeFigureOut">
              <a:rPr lang="en-US" smtClean="0"/>
              <a:t>9/26/25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4A401A-D32E-229E-98C1-3C71B0543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3823C-B1C8-EDF9-269D-C14E832F9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EFFFF-1704-CF42-B480-FD09EB42E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5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EB014-0591-0F59-137F-C271AFEB8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387B2-F896-C7D1-1453-3DE3C3C68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5FD94-A473-8E92-EAD7-0B270311C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26315-11A1-9D93-D05B-13E4B669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D818-4D25-2246-B31C-943555243B6C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FF24C-D1A4-77A6-895D-F623BF33C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B89EE-A6DE-C9C5-6FB4-376D869EC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EFFFF-1704-CF42-B480-FD09EB42E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91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4DAA6-FC5E-00F9-9736-238076A16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A80B81-E1F7-CAB8-2A32-8F9602179D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BC2E1F-3BEC-C1E9-0550-1E09091DF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0F2A2-AC12-D5C5-133C-6A7302B79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D818-4D25-2246-B31C-943555243B6C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36F89-DBDF-2E53-052C-2197AE95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F10DB-EABF-C89C-8E34-FE823CCB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EFFFF-1704-CF42-B480-FD09EB42E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70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530BC-A145-FDEB-807F-96F27C3E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8A96B-730D-18D9-0894-82C3CC219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A3DFE-7811-8ABD-44BE-8E4761C7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D818-4D25-2246-B31C-943555243B6C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75853-09EF-5EDE-A0CF-30E4B35A1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91AC7-3B8A-DE41-27C0-A895A1376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EFFFF-1704-CF42-B480-FD09EB42E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96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B7A26D-A3FE-864D-6859-BFB9AC84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93CED-CBC9-09BB-B009-5025C279E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6B1A0-1EF9-2DA6-BF6E-49079AAEB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D818-4D25-2246-B31C-943555243B6C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18C01-8344-4064-0F99-5F93B7DB0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C051C-8C1F-682F-DD0C-842C43DE7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EFFFF-1704-CF42-B480-FD09EB42E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59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AEF886-210E-A7D7-A623-AD2542945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39603-BB33-6E4F-5E98-5AA86BA47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D86D5-36F2-B079-1412-A540A200E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9D818-4D25-2246-B31C-943555243B6C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68261-8F27-15B3-8365-3E5CA0F2F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8342-4EAE-385D-21B1-F79F14B7F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EFFFF-1704-CF42-B480-FD09EB42E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4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85AD113-9839-42AB-BDE7-03B1FC1D55EF}"/>
              </a:ext>
            </a:extLst>
          </p:cNvPr>
          <p:cNvSpPr/>
          <p:nvPr/>
        </p:nvSpPr>
        <p:spPr>
          <a:xfrm rot="18999051">
            <a:off x="22762" y="4025461"/>
            <a:ext cx="3472248" cy="144630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8D87BD-4763-2D84-5E59-72F5E31D9A0C}"/>
              </a:ext>
            </a:extLst>
          </p:cNvPr>
          <p:cNvSpPr/>
          <p:nvPr/>
        </p:nvSpPr>
        <p:spPr>
          <a:xfrm rot="20043890">
            <a:off x="2865809" y="2065282"/>
            <a:ext cx="3472248" cy="144630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0401D3A-E5B6-F7A7-8AD4-C54E1D5CA8AD}"/>
              </a:ext>
            </a:extLst>
          </p:cNvPr>
          <p:cNvCxnSpPr/>
          <p:nvPr/>
        </p:nvCxnSpPr>
        <p:spPr>
          <a:xfrm flipV="1">
            <a:off x="624406" y="3615559"/>
            <a:ext cx="0" cy="2585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8DBB2FD-F1FB-7CA1-1858-4DEEC828EDE1}"/>
              </a:ext>
            </a:extLst>
          </p:cNvPr>
          <p:cNvCxnSpPr>
            <a:cxnSpLocks/>
          </p:cNvCxnSpPr>
          <p:nvPr/>
        </p:nvCxnSpPr>
        <p:spPr>
          <a:xfrm flipV="1">
            <a:off x="493027" y="6059214"/>
            <a:ext cx="277998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9DDEDE-FEE9-87DF-994A-684979F65FB0}"/>
              </a:ext>
            </a:extLst>
          </p:cNvPr>
          <p:cNvCxnSpPr>
            <a:cxnSpLocks/>
          </p:cNvCxnSpPr>
          <p:nvPr/>
        </p:nvCxnSpPr>
        <p:spPr>
          <a:xfrm flipH="1">
            <a:off x="2529710" y="3513103"/>
            <a:ext cx="543793" cy="9057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2B4138-E29D-2114-83ED-70DF54A34542}"/>
              </a:ext>
            </a:extLst>
          </p:cNvPr>
          <p:cNvCxnSpPr/>
          <p:nvPr/>
        </p:nvCxnSpPr>
        <p:spPr>
          <a:xfrm flipV="1">
            <a:off x="666448" y="3752193"/>
            <a:ext cx="2123089" cy="2144111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C719B7-F6F2-BAA6-8748-991FBF0D7FD1}"/>
              </a:ext>
            </a:extLst>
          </p:cNvPr>
          <p:cNvCxnSpPr>
            <a:cxnSpLocks/>
          </p:cNvCxnSpPr>
          <p:nvPr/>
        </p:nvCxnSpPr>
        <p:spPr>
          <a:xfrm flipV="1">
            <a:off x="3089082" y="2091559"/>
            <a:ext cx="2948152" cy="145568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-Point Star 18">
            <a:extLst>
              <a:ext uri="{FF2B5EF4-FFF2-40B4-BE49-F238E27FC236}">
                <a16:creationId xmlns:a16="http://schemas.microsoft.com/office/drawing/2014/main" id="{12D194B7-779B-CD1B-E11E-CAB4321E342E}"/>
              </a:ext>
            </a:extLst>
          </p:cNvPr>
          <p:cNvSpPr/>
          <p:nvPr/>
        </p:nvSpPr>
        <p:spPr>
          <a:xfrm>
            <a:off x="5932130" y="1713186"/>
            <a:ext cx="578069" cy="51500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0AA004-F5E2-D6CC-C899-EA0AB8190E0E}"/>
              </a:ext>
            </a:extLst>
          </p:cNvPr>
          <p:cNvSpPr txBox="1"/>
          <p:nvPr/>
        </p:nvSpPr>
        <p:spPr>
          <a:xfrm>
            <a:off x="3483220" y="612753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x0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CCCC36-0982-7EC1-7F6A-675E34AE7241}"/>
              </a:ext>
            </a:extLst>
          </p:cNvPr>
          <p:cNvSpPr txBox="1"/>
          <p:nvPr/>
        </p:nvSpPr>
        <p:spPr>
          <a:xfrm>
            <a:off x="330117" y="3384331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y0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9621BA-4788-26C0-B0E6-6CC673538AB6}"/>
              </a:ext>
            </a:extLst>
          </p:cNvPr>
          <p:cNvSpPr txBox="1"/>
          <p:nvPr/>
        </p:nvSpPr>
        <p:spPr>
          <a:xfrm>
            <a:off x="4544765" y="2354317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A95FC9-EF63-F636-1CD9-CC069D4423B4}"/>
              </a:ext>
            </a:extLst>
          </p:cNvPr>
          <p:cNvSpPr txBox="1"/>
          <p:nvPr/>
        </p:nvSpPr>
        <p:spPr>
          <a:xfrm>
            <a:off x="1601868" y="4340773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1F66FC6-6BE1-A8A4-5E22-23D3C261E06A}"/>
                  </a:ext>
                </a:extLst>
              </p:cNvPr>
              <p:cNvSpPr txBox="1"/>
              <p:nvPr/>
            </p:nvSpPr>
            <p:spPr>
              <a:xfrm>
                <a:off x="1170944" y="3205655"/>
                <a:ext cx="499689" cy="374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1F66FC6-6BE1-A8A4-5E22-23D3C261E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944" y="3205655"/>
                <a:ext cx="499689" cy="3742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012CF9-0625-FD93-7325-2A1810B14DA7}"/>
                  </a:ext>
                </a:extLst>
              </p:cNvPr>
              <p:cNvSpPr txBox="1"/>
              <p:nvPr/>
            </p:nvSpPr>
            <p:spPr>
              <a:xfrm>
                <a:off x="3866848" y="1644869"/>
                <a:ext cx="504625" cy="3725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012CF9-0625-FD93-7325-2A1810B14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848" y="1644869"/>
                <a:ext cx="504625" cy="3725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6340D97-B3D4-FB0E-2AF9-84EB4D50908C}"/>
              </a:ext>
            </a:extLst>
          </p:cNvPr>
          <p:cNvSpPr txBox="1"/>
          <p:nvPr/>
        </p:nvSpPr>
        <p:spPr>
          <a:xfrm>
            <a:off x="4700718" y="185884"/>
            <a:ext cx="76948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Finish the Pinocchio </a:t>
            </a:r>
            <a:r>
              <a:rPr lang="en-US" dirty="0" err="1"/>
              <a:t>tutiral</a:t>
            </a:r>
            <a:r>
              <a:rPr lang="en-US" dirty="0"/>
              <a:t> from Nicolas’s Git</a:t>
            </a:r>
          </a:p>
          <a:p>
            <a:pPr marL="285750" indent="-285750">
              <a:buFontTx/>
              <a:buChar char="-"/>
            </a:pPr>
            <a:r>
              <a:rPr lang="en-US" dirty="0"/>
              <a:t>Create a Universal Robot File Description  model of the double pendulum</a:t>
            </a:r>
          </a:p>
          <a:p>
            <a:pPr marL="285750" indent="-285750">
              <a:buFontTx/>
              <a:buChar char="-"/>
            </a:pPr>
            <a:r>
              <a:rPr lang="en-US" dirty="0"/>
              <a:t>Load the model and display it in </a:t>
            </a:r>
            <a:r>
              <a:rPr lang="en-US" dirty="0" err="1"/>
              <a:t>meshcat</a:t>
            </a:r>
            <a:r>
              <a:rPr lang="en-US" dirty="0"/>
              <a:t>-viewer</a:t>
            </a:r>
          </a:p>
          <a:p>
            <a:pPr marL="285750" indent="-285750">
              <a:buFontTx/>
              <a:buChar char="-"/>
            </a:pPr>
            <a:r>
              <a:rPr lang="en-US" dirty="0"/>
              <a:t>Test de bon </a:t>
            </a:r>
            <a:r>
              <a:rPr lang="en-US" dirty="0" err="1"/>
              <a:t>sens</a:t>
            </a:r>
            <a:r>
              <a:rPr lang="en-US" dirty="0"/>
              <a:t> (imposer des angles et verifier le </a:t>
            </a:r>
            <a:r>
              <a:rPr lang="en-US" dirty="0" err="1"/>
              <a:t>modele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dirty="0"/>
              <a:t>Avec Phi1 et Phi2 </a:t>
            </a:r>
            <a:r>
              <a:rPr lang="en-US" dirty="0" err="1"/>
              <a:t>refaire</a:t>
            </a:r>
            <a:r>
              <a:rPr lang="en-US" dirty="0"/>
              <a:t>  le doc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BE4482C-10FA-54FB-4DF6-F188D73FFC70}"/>
              </a:ext>
            </a:extLst>
          </p:cNvPr>
          <p:cNvCxnSpPr/>
          <p:nvPr/>
        </p:nvCxnSpPr>
        <p:spPr>
          <a:xfrm flipV="1">
            <a:off x="624406" y="4992414"/>
            <a:ext cx="977462" cy="9038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EED021E-5002-147B-1EC1-86F2055B957D}"/>
              </a:ext>
            </a:extLst>
          </p:cNvPr>
          <p:cNvCxnSpPr>
            <a:cxnSpLocks/>
          </p:cNvCxnSpPr>
          <p:nvPr/>
        </p:nvCxnSpPr>
        <p:spPr>
          <a:xfrm flipV="1">
            <a:off x="3037676" y="2810190"/>
            <a:ext cx="1381777" cy="7588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E0C9BB7-7E7D-9BD4-B526-DBC58DE57754}"/>
              </a:ext>
            </a:extLst>
          </p:cNvPr>
          <p:cNvCxnSpPr>
            <a:cxnSpLocks/>
          </p:cNvCxnSpPr>
          <p:nvPr/>
        </p:nvCxnSpPr>
        <p:spPr>
          <a:xfrm flipH="1" flipV="1">
            <a:off x="-143882" y="5026573"/>
            <a:ext cx="768290" cy="95118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EFAC7C1-5F0C-3CDE-EE76-487B637777D3}"/>
              </a:ext>
            </a:extLst>
          </p:cNvPr>
          <p:cNvCxnSpPr>
            <a:cxnSpLocks/>
          </p:cNvCxnSpPr>
          <p:nvPr/>
        </p:nvCxnSpPr>
        <p:spPr>
          <a:xfrm flipH="1" flipV="1">
            <a:off x="2290079" y="2569782"/>
            <a:ext cx="768290" cy="95118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9016DD4-AF5C-CCC6-55B8-D0586524DF7A}"/>
              </a:ext>
            </a:extLst>
          </p:cNvPr>
          <p:cNvCxnSpPr>
            <a:cxnSpLocks/>
          </p:cNvCxnSpPr>
          <p:nvPr/>
        </p:nvCxnSpPr>
        <p:spPr>
          <a:xfrm flipH="1">
            <a:off x="80613" y="6021680"/>
            <a:ext cx="543793" cy="9057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369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52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Bonnet</dc:creator>
  <cp:lastModifiedBy>Vincent Bonnet</cp:lastModifiedBy>
  <cp:revision>5</cp:revision>
  <dcterms:created xsi:type="dcterms:W3CDTF">2025-09-22T06:10:35Z</dcterms:created>
  <dcterms:modified xsi:type="dcterms:W3CDTF">2025-09-26T02:38:48Z</dcterms:modified>
</cp:coreProperties>
</file>